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38728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25896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513064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67928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34924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報告人：＿＿＿＿＿　·　指導教授：呂＿＿　·　2026 年 8 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78992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29712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8096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78992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029712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78992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09872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2" name="Shape 20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511040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21936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72656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六元件 · 安全邊界 · 實測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11040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72656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– 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052816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5" name="Shape 33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6" name="Text 34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253984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564880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515600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18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564880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Docker 與 CI/CD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53984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564880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564880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253984" y="39502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8564880" y="3950208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515600" y="3950208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– 22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564880" y="4224528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253984" y="473659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564880" y="473659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515600" y="473659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– 24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564880" y="501091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P.12–13（穩定性三部曲與實測數據）與 P.20–22（Vibe Coding 開發方法）—— 這兩段是報告重心。附錄 P.25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In-App AI 助理：一次對話怎麼被完成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在網頁裡用自然語言操作自己的雲端硬碟；模型跑在本地，破壞性操作一定先出計畫、等使用者確認。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pic>
        <p:nvPicPr>
          <p:cNvPr id="7" name="Image 0" descr="/Users/linyueying/Library/CloudStorage/OneDrive-Personal/NTUST/Mester0/CloudDrive/doc/ppt/05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8676" y="1609344"/>
            <a:ext cx="8044168" cy="3529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266944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對話操作檔案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一律經既有 service 層，天然沿用配額與權限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69564" y="5266944"/>
            <a:ext cx="2619756" cy="36576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9"/>
          <p:cNvSpPr/>
          <p:nvPr/>
        </p:nvSpPr>
        <p:spPr>
          <a:xfrm>
            <a:off x="3369564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計畫先行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369564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唯讀可自動執行，破壞性一定要確認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5266944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6172200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現場生成技能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172200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產碼 → 靜態檢查 → 核可 → 沙箱執行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74836" y="5266944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974836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974836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載入最近 N 則歷史，支援「第二個」這類指涉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引擎架構：Agent Harness 六元件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把助理視為「LLM + 外部 harness」共同構成的系統。程式碼拆成九個實作模組，對外以文獻的六元件框架說明。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844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Loop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9844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主迴圈驅動「送訊息 → 解析 → 執行 → 回填」；workflow 執行器處理步驟相依與錯誤策略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620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422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E8F72"/>
          </a:solidFill>
          <a:ln/>
        </p:spPr>
      </p:sp>
      <p:sp>
        <p:nvSpPr>
          <p:cNvPr id="14" name="Text 12"/>
          <p:cNvSpPr/>
          <p:nvPr/>
        </p:nvSpPr>
        <p:spPr>
          <a:xfrm>
            <a:off x="636422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96772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/ Skill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96772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內建、自訂與現場生成的技能都是 registry 的來源；manifest 定義參數 schema 與權限標記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7E6DA8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9844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Manager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9844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預算、歷史裁切與摘要、工具輸出瘦身、技能清單注入與 prompt 組裝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3620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6422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B06A66"/>
          </a:solidFill>
          <a:ln/>
        </p:spPr>
      </p:sp>
      <p:sp>
        <p:nvSpPr>
          <p:cNvPr id="24" name="Text 22"/>
          <p:cNvSpPr/>
          <p:nvPr/>
        </p:nvSpPr>
        <p:spPr>
          <a:xfrm>
            <a:off x="636422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96772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Store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96772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sessions／messages／skills／workflows 全部持久化到資料庫，並一律依 user_id 隔離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494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C9A94E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9844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Lifecycle Hooks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9844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治理層：權限分類、使用者核可、程式碼靜態檢查、沙箱與稽核，含對外傳送的隱私閘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3620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22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B6470"/>
          </a:solidFill>
          <a:ln/>
        </p:spPr>
      </p:sp>
      <p:sp>
        <p:nvSpPr>
          <p:cNvPr id="34" name="Text 32"/>
          <p:cNvSpPr/>
          <p:nvPr/>
        </p:nvSpPr>
        <p:spPr>
          <a:xfrm>
            <a:off x="636422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696772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Interface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6772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離線開發者工具，從外部呼叫 /assistant/chat；確定性斷言為主、LLM judge 為輔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 不在使用者請求路徑上 —— 它從外部打 API，如同真實使用者，因此量測的是「模型 + harness 組態」整體。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執行模型：計畫先行，失敗時誠實報告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39319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為什麼不用自由 tool 迴圈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權限模型依賴「完整計畫先行」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逐步決策會讓「使用者核可了什麼」失去邊界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本地小模型跑長程多輪容易漂移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一次規劃 + 約束解碼 + 驗證，把弱模型鎖在能力範圍內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03776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776" y="1280160"/>
            <a:ext cx="50292" cy="39319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04944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失敗時誠實報告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04944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規劃時寫的回覆不能當執行結果用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任何步驟失敗 → 改用程式組合的事實報告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說明哪一步失敗、已完成哪些、其後未執行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不經 LLM 潤飾，杜絕「沒做完卻說做完」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0624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0624" y="1280160"/>
            <a:ext cx="50292" cy="39319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8241792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有限度的重新規劃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41792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僅 chat 快速路徑允許失敗後重規劃一次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重規劃結果必須全為唯讀且可自動確認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confirm／rerun 路徑只誠實回報，不偷換步驟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DEC-029 · DEC-030　　授權是給規則，不是給那一份計畫。工作流維持串行——共用 AsyncSession 不允許並發，並行只省延遲卻引入配額競賽。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安全邊界：唯讀自動執行、寫入必須確認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9572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70432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自我撰寫技能三道關卡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子代理產生程式碼，狀態停在 pending_approval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使用者明確核可後才可執行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受限子行程沙箱：限 CPU／記憶體／逾時，無對外網路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50292" cy="239572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6656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07280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零信任：不採信前端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4944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user_id 一律從 JWT 取，不讀請求參數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前端擋住不算數，端點本身必須擋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四級權限全收斂在 PermissionService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50292" cy="239572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3504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644128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寫入前自動拍快照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41792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hooks 掛在執行器的 before_execution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助理的破壞性操作一律先建快照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出錯可用時光機整碟倒帶回操作前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389534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可驗證的隔離 —— 用測試證明，不用嘴巴保證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66928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 的 token 呼叫 API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4944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取得合法的 access token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69564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97580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826764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 B 的資源 ID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497580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 對該資源沒有任何權限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172200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29400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預期回傳 403 或 404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0216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且不透露該資源是否存在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974836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02852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432036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納入自動化測試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102852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 CI 重跑，避免無聲回歸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DEC-019 · DEC-023　　絕不自動執行未審核程式碼；涉私資料的任務限本地執行，去識別化失敗即禁止外送。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為什麼需要真實模型驗證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單元測試中的 LLM 是 mock，通過只代表程式控制流程正確，驗不到真實模型在 workflow 規劃上的行為。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單元測試驗不到的部分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真實模型的工具選擇是否穩定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權限判定與多輪指涉是否正確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規劃品質（寫入意圖是否遺漏）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27632"/>
            <a:ext cx="50292" cy="1783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因此建立獨立 eval harness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19088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自外部呼叫 /assistant/chat，如同真實使用者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確定性驗證器判定通過率，LLM judge 僅為輔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相同回應必得相同判定，通過率可重現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360273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量產案例分層：EC1 – EC4（依「任務複雜度 × 是否涉及寫入」遞增，各層為獨立案例集）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50208"/>
          <a:ext cx="110276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035040"/>
                <a:gridCol w="1965960"/>
                <a:gridCol w="17922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執行方式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案例數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EC1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唯讀多工具（3 個以上查詢工具組合）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自動執行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查詢當脈絡 + 寫入／批次技能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EC3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自我撰寫生成（100 種不同技能）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需核可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EC4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多步驟 + 跨步驟引用前一步輸出 +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DEC-039 代號分離：M 專指助理引擎的開發里程碑，EC 專指評測案例分層；先前共用 M 造成語境混淆。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穩定性三部曲：把「請模型遵守」換成「使其不可違反」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生成上限 + 非零溫度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結構化請求把溫度釘 0，貪婪解碼在 thinking 段掉入決定性重複迴圈，吃滿 300 秒逾時。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一律帶 num_predict 上限；結構化請求改用低而非零的溫度。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以有界失敗取代長時間停滯，重試真正有效。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3" name="Text 11"/>
          <p:cNvSpPr/>
          <p:nvPr/>
        </p:nvSpPr>
        <p:spPr>
          <a:xfrm>
            <a:off x="4468368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68368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技能名以 enum 枚舉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68368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模型會捏造不存在的技能名，prompt 要求「只用清單內技能」沒有強制力。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每次依當下 registry 動態組 schema，技能欄位以真實技能名做 enum。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約束解碼在取樣時直接遮蔽，幻覺技能變成不可生成。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8" name="Text 16"/>
          <p:cNvSpPr/>
          <p:nvPr/>
        </p:nvSpPr>
        <p:spPr>
          <a:xfrm>
            <a:off x="8205216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05216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規劃預設關閉 thinking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05216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前兩道防線後，重複生成仍以約一至二成殘存，且只發生在 thinking 段。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planner 呼叫預設 think:false，可用環境變數關回。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重複生成歸零、延遲下降一個數量級。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共同哲學：能用機制保證的事，就不要依賴模型自覺。三個決策都不是把 prompt 寫得更懇切，而是讓錯誤輸出在取樣層就無法產生、或在有界時間內必然停止。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實測結果：規劃可靠度與多輪記憶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92.4s → 8.6s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平均規劃延遲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（關閉 thinking 後）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3572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 × 3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433572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E9 全量實測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 run 全過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53912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/ 15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227064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三案例綜合通過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947404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20556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9020556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修復後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重複生成樣本數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87121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多輪記憶的可量測化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36976"/>
          <a:ext cx="11027664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937760"/>
                <a:gridCol w="24323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 ID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驗證內容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結果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multiturn-create-second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從對話文字解析「第二個 = 2023」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multiturn-rename-first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從結果摘要取得 item_id 執行改名（間接案例）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multiturn-recall-listed-names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僅從對話報出全部三個名稱（嚴格回想案例）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修復前 0 / 5 → 修復後 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66928" y="4956048"/>
            <a:ext cx="110276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早期系統雖把對話寫入資料庫，但規劃器只收到當前訊息，導致多輪指涉失效。修正：載入最近 N 則歷史給規劃器、以助理文字承載工具執行結果、確認執行後把結果摘要寫回對話。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為什麼要有「嚴格回想」案例：間接案例只證明模型用到了歷史中的某個 item_id，無法證明它真的記得內容——嚴格回想才揭露了記憶保真問題。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外部模型尚有部分待補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618 + 40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 + 整合測試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全綠，無隱藏 skip／xfail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 OpenAI／Codex 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W16–18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7/6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detailed-design 拆模組、需求↔設計對齊；分片續傳上傳、公開分享連結、CD 端加入 Cloudflare Tunnel；W18 單週 66 commits + 簡報製作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223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v2.0</dc:title>
  <dc:subject>PptxGenJS Presentation</dc:subject>
  <dc:creator>billwu101</dc:creator>
  <cp:lastModifiedBy>billwu101</cp:lastModifiedBy>
  <cp:revision>1</cp:revision>
  <dcterms:created xsi:type="dcterms:W3CDTF">2026-08-02T01:02:02Z</dcterms:created>
  <dcterms:modified xsi:type="dcterms:W3CDTF">2026-08-02T01:02:02Z</dcterms:modified>
</cp:coreProperties>
</file>