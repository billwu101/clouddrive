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1321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專題報告 · 2026.07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7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" y="17556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系統架構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322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7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9264" y="2322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模型穩定性決策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7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9264" y="28895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結語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5120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5A748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本地模型優先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5A748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可自架部署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5A748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全流程可測試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55848" y="2286000"/>
            <a:ext cx="8348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NTUST · 碩士專題報告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55848" y="2688336"/>
            <a:ext cx="8348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雲端硬碟系統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55848" y="3566160"/>
            <a:ext cx="8348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整合對話式 AI 助理與時光機還原的隱私導向私有雲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55848" y="4206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文件類型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96128" y="4206240"/>
            <a:ext cx="6108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碩士專題報告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47365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版本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96128" y="4736592"/>
            <a:ext cx="6108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2026.07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5266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報告人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96128" y="5266944"/>
            <a:ext cx="6108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＿＿＿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57972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指導教授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96128" y="5797296"/>
            <a:ext cx="6108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＿＿＿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1321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專題報告 · 2026.07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10896" y="1664208"/>
            <a:ext cx="2167128" cy="420624"/>
          </a:xfrm>
          <a:prstGeom prst="roundRect">
            <a:avLst>
              <a:gd name="adj" fmla="val 10870"/>
            </a:avLst>
          </a:prstGeom>
          <a:solidFill>
            <a:srgbClr val="1D3340"/>
          </a:solidFill>
          <a:ln w="6350">
            <a:solidFill>
              <a:srgbClr val="1D3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55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9264" y="17556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系統架構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322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7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9264" y="2322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模型穩定性決策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7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9264" y="28895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結語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5120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5A748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本地模型優先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5A748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可自架部署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5A748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全流程可測試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5848" y="512064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 　系統架構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3355848" y="1060704"/>
            <a:ext cx="8348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每個方塊是一個元件，每個箭頭是一個動作——刻意如此畫，避免元件與動作混寫。</a:t>
            </a:r>
            <a:endParaRPr lang="en-US" sz="1150" dirty="0"/>
          </a:p>
        </p:txBody>
      </p:sp>
      <p:pic>
        <p:nvPicPr>
          <p:cNvPr id="15" name="Image 0" descr="/private/tmp/claude-501/-Users-linyueying-Library-CloudStorage-OneDrive-Personal-NTUST-Mester0-CloudDrive-doc/c35c6b45-8bc5-44cd-af2a-4f3d959ad328/scratchpad/variants/arch-v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5848" y="1517904"/>
            <a:ext cx="8348472" cy="268343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355848" y="4512237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唯一入口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596128" y="4512237"/>
            <a:ext cx="6108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同源反代 /api，零 CORS、換主機免重建前端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355848" y="5042589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metadata 與 binary 分離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596128" y="5042589"/>
            <a:ext cx="6108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中繼資料進 PostgreSQL，檔案本體交 Storage Provider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355848" y="5572941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儲存層可抽換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596128" y="5572941"/>
            <a:ext cx="6108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Protocol 介面，本機實作可換物件儲存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355848" y="6103293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推論預設本地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596128" y="6103293"/>
            <a:ext cx="6108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外送需經隱私閘，且預設關閉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1321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專題報告 · 2026.07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7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" y="17556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系統架構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0896" y="2231136"/>
            <a:ext cx="2167128" cy="420624"/>
          </a:xfrm>
          <a:prstGeom prst="roundRect">
            <a:avLst>
              <a:gd name="adj" fmla="val 10870"/>
            </a:avLst>
          </a:prstGeom>
          <a:solidFill>
            <a:srgbClr val="1D3340"/>
          </a:solidFill>
          <a:ln w="6350">
            <a:solidFill>
              <a:srgbClr val="1D3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22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9264" y="2322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模型穩定性決策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7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9264" y="28895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結語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5120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5A748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本地模型優先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5A748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可自架部署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5A748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全流程可測試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5848" y="512064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 　模型穩定性決策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3355848" y="1060704"/>
            <a:ext cx="8348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把「請模型遵守」換成「使其不可違反」。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55848" y="1572768"/>
            <a:ext cx="8348472" cy="1298448"/>
          </a:xfrm>
          <a:prstGeom prst="roundRect">
            <a:avLst>
              <a:gd name="adj" fmla="val 4225"/>
            </a:avLst>
          </a:prstGeom>
          <a:solidFill>
            <a:srgbClr val="F7F9FB"/>
          </a:solidFill>
          <a:ln w="6350">
            <a:solidFill>
              <a:srgbClr val="F7F9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DEC-031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93208" y="1737360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生成上限 + 非零溫度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30168" y="2084832"/>
            <a:ext cx="7799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　</a:t>
            </a:r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結構化請求把溫度釘 0，貪婪解碼在 thinking 段掉入決定性重複迴圈，吃滿 300 秒逾時。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30168" y="2432304"/>
            <a:ext cx="7799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　</a:t>
            </a:r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一律帶 num_predict 生成上限；結構化請求改用低而非零的溫度。　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　</a:t>
            </a:r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以有界失敗取代長時間停滯，並讓重試真正有效。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55848" y="3035808"/>
            <a:ext cx="8348472" cy="1298448"/>
          </a:xfrm>
          <a:prstGeom prst="roundRect">
            <a:avLst>
              <a:gd name="adj" fmla="val 4225"/>
            </a:avLst>
          </a:prstGeom>
          <a:solidFill>
            <a:srgbClr val="F7F9FB"/>
          </a:solidFill>
          <a:ln w="6350">
            <a:solidFill>
              <a:srgbClr val="F7F9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3200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DEC-032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93208" y="3200400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技能名以 enum 枚舉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630168" y="3547872"/>
            <a:ext cx="7799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　</a:t>
            </a:r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模型會捏造不存在的技能名，prompt 要求「只用清單內技能」沒有強制力。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30168" y="3895344"/>
            <a:ext cx="7799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　</a:t>
            </a:r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每次依當下 registry 動態組 schema，技能欄位以真實技能名做 enum。　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　</a:t>
            </a:r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約束解碼在取樣時直接遮蔽，幻覺技能變成不可生成。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55848" y="4498848"/>
            <a:ext cx="8348472" cy="1298448"/>
          </a:xfrm>
          <a:prstGeom prst="roundRect">
            <a:avLst>
              <a:gd name="adj" fmla="val 4225"/>
            </a:avLst>
          </a:prstGeom>
          <a:solidFill>
            <a:srgbClr val="F7F9FB"/>
          </a:solidFill>
          <a:ln w="6350">
            <a:solidFill>
              <a:srgbClr val="F7F9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0168" y="4663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DEC-033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93208" y="4663440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規劃預設關閉 thinking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630168" y="5010912"/>
            <a:ext cx="7799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　</a:t>
            </a:r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前兩道防線後，重複生成仍以約一至二成殘存，且只發生在 thinking 段。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30168" y="5358384"/>
            <a:ext cx="7799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　</a:t>
            </a:r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planner 呼叫預設 think:false，可用環境變數關回；產碼路徑不連動。　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　</a:t>
            </a:r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重複生成歸零、延遲下降一個數量級。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55848" y="6035040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能用機制保證的事，就不要依賴模型自覺。三個決策都不是把 prompt 寫得更懇切，而是讓錯誤的輸出在取樣層就無法產生、或在有界時間內必然停止。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1321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專題報告 · 2026.07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7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" y="17556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系統架構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322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7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9264" y="2322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模型穩定性決策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" y="2798064"/>
            <a:ext cx="2167128" cy="420624"/>
          </a:xfrm>
          <a:prstGeom prst="roundRect">
            <a:avLst>
              <a:gd name="adj" fmla="val 10870"/>
            </a:avLst>
          </a:prstGeom>
          <a:solidFill>
            <a:srgbClr val="1D3340"/>
          </a:solidFill>
          <a:ln w="6350">
            <a:solidFill>
              <a:srgbClr val="1D3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9264" y="28895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結語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5120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5A748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本地模型優先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5A748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可自架部署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5A748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全流程可測試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5848" y="512064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 　結語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3355848" y="1298448"/>
            <a:ext cx="83484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21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核心不是「做一個檔案上傳功能」，</a:t>
            </a:r>
            <a:endParaRPr lang="en-US" sz="21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1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而是把儲存、權限、分享、搜尋、還原與 AI 助理，</a:t>
            </a:r>
            <a:endParaRPr lang="en-US" sz="21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1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收斂成一套可自架、可驗證、可維護的系統。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355848" y="3383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可自架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96128" y="3383280"/>
            <a:ext cx="6108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一行指令啟動，資料留在自己的主機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3913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可驗證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96128" y="3913632"/>
            <a:ext cx="6108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從單元測試到真實模型評測都有可重複的流程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44439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可維護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96128" y="4443984"/>
            <a:ext cx="6108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決策以 ADR 記錄，文件與程式碼同步演進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55848" y="5120640"/>
            <a:ext cx="8348472" cy="822960"/>
          </a:xfrm>
          <a:prstGeom prst="roundRect">
            <a:avLst>
              <a:gd name="adj" fmla="val 6667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5394960"/>
            <a:ext cx="7799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160" kern="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感謝聆聽　·　歡迎提問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CloudDrive 樣張 E · 技術文件</dc:title>
  <dc:subject>PptxGenJS Presentation</dc:subject>
  <dc:creator>PptxGenJS</dc:creator>
  <cp:lastModifiedBy>PptxGenJS</cp:lastModifiedBy>
  <cp:revision>1</cp:revision>
  <dcterms:created xsi:type="dcterms:W3CDTF">2026-07-29T08:18:38Z</dcterms:created>
  <dcterms:modified xsi:type="dcterms:W3CDTF">2026-07-29T08:18:38Z</dcterms:modified>
</cp:coreProperties>
</file>