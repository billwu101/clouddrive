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97280"/>
            <a:ext cx="11155680" cy="3108960"/>
          </a:xfrm>
          <a:prstGeom prst="roundRect">
            <a:avLst>
              <a:gd name="adj" fmla="val 2353"/>
            </a:avLst>
          </a:prstGeom>
          <a:solidFill>
            <a:srgbClr val="13212A"/>
          </a:solidFill>
          <a:ln w="6350">
            <a:solidFill>
              <a:srgbClr val="132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NTUST · 碩士專題報告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" y="1975104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 雲端硬碟系統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51560" y="28895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AFC3D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整合對話式 AI 助理與時光機還原的隱私導向私有雲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51560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7D95A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 · 可自架 · 全流程可測試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4498848"/>
            <a:ext cx="3621024" cy="914400"/>
          </a:xfrm>
          <a:prstGeom prst="roundRect">
            <a:avLst>
              <a:gd name="adj" fmla="val 800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4791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70248" y="4498848"/>
            <a:ext cx="3621024" cy="914400"/>
          </a:xfrm>
          <a:prstGeom prst="roundRect">
            <a:avLst>
              <a:gd name="adj" fmla="val 800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4791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可自架部署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37576" y="4498848"/>
            <a:ext cx="3621024" cy="914400"/>
          </a:xfrm>
          <a:prstGeom prst="roundRect">
            <a:avLst>
              <a:gd name="adj" fmla="val 8000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4791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全流程可測試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5797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報告人：＿＿＿　·　指導教授：＿＿＿　·　2026 年 7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4000267"/>
          </a:xfrm>
          <a:prstGeom prst="roundRect">
            <a:avLst>
              <a:gd name="adj" fmla="val 1829"/>
            </a:avLst>
          </a:prstGeom>
          <a:solidFill>
            <a:srgbClr val="F7F9FB"/>
          </a:solidFill>
          <a:ln w="6350">
            <a:solidFill>
              <a:srgbClr val="F7F9FB"/>
            </a:solidFill>
            <a:prstDash val="solid"/>
          </a:ln>
        </p:spPr>
      </p:sp>
      <p:pic>
        <p:nvPicPr>
          <p:cNvPr id="5" name="Image 0" descr="/private/tmp/claude-501/-Users-linyueying-Library-CloudStorage-OneDrive-Personal-NTUST-Mester0-CloudDrive-doc/c35c6b45-8bc5-44cd-af2a-4f3d959ad328/scratchpad/variants/arch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10698480" cy="339785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573035"/>
            <a:ext cx="2679192" cy="841248"/>
          </a:xfrm>
          <a:prstGeom prst="roundRect">
            <a:avLst>
              <a:gd name="adj" fmla="val 869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" y="5701051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唯一入口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22376" y="5975371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/api，零 CORS、換主機免重建前端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28416" y="5573035"/>
            <a:ext cx="2679192" cy="841248"/>
          </a:xfrm>
          <a:prstGeom prst="roundRect">
            <a:avLst>
              <a:gd name="adj" fmla="val 869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47872" y="5701051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metadata 與 binary 分離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547872" y="5975371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中繼資料進 PostgreSQL，檔案本體交 Storage Provider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53912" y="5573035"/>
            <a:ext cx="2679192" cy="841248"/>
          </a:xfrm>
          <a:prstGeom prst="roundRect">
            <a:avLst>
              <a:gd name="adj" fmla="val 869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5701051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儲存層可抽換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373368" y="5975371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Protocol 介面，本機實作可換物件儲存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979408" y="5573035"/>
            <a:ext cx="2679192" cy="841248"/>
          </a:xfrm>
          <a:prstGeom prst="roundRect">
            <a:avLst>
              <a:gd name="adj" fmla="val 8696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98864" y="5701051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推論預設本地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198864" y="5975371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外送需經隱私閘，且預設關閉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DECISIONS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模型穩定性三部曲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21024" cy="3108960"/>
          </a:xfrm>
          <a:prstGeom prst="roundRect">
            <a:avLst>
              <a:gd name="adj" fmla="val 235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19019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生成上限 + 非零溫度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230428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結構化請求把溫度釘 0，貪婪解碼在 thinking 段掉入決定性重複迴圈，吃滿 300 秒逾時。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3017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一律帶 num_predict 生成上限；結構化請求改用低而非零的溫度。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37307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以有界失敗取代長時間停滯，並讓重試真正有效。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70248" y="1371600"/>
            <a:ext cx="3621024" cy="3108960"/>
          </a:xfrm>
          <a:prstGeom prst="roundRect">
            <a:avLst>
              <a:gd name="adj" fmla="val 235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19019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技能名以 enum 枚舉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30428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模型會捏造不存在的技能名，prompt 要求「只用清單內技能」沒有強制力。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3017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每次依當下 registry 動態組 schema，技能欄位以真實技能名做 enum。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37307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約束解碼在取樣時直接遮蔽，幻覺技能變成不可生成。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37576" y="1371600"/>
            <a:ext cx="3621024" cy="3108960"/>
          </a:xfrm>
          <a:prstGeom prst="roundRect">
            <a:avLst>
              <a:gd name="adj" fmla="val 235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DEC-033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3608" y="19019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規劃預設關閉 thinking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3608" y="230428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06A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前兩道防線後，重複生成仍以約一至二成殘存，且只發生在 thinking 段。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93608" y="3017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planner 呼叫預設 think:false，可用環境變數關回；產碼路徑不連動。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93608" y="37307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效果　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重複生成歸零、延遲下降一個數量級。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13212A"/>
          </a:solidFill>
          <a:ln w="6350">
            <a:solidFill>
              <a:srgbClr val="1321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846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共同哲學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" y="515721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能用機制保證的事，就不要依賴模型自覺。三個決策都不是把 prompt 寫得更懇切，而是讓錯誤的輸出在取樣層就無法產生、或在有界時間內必然停止。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97280"/>
            <a:ext cx="11155680" cy="2834640"/>
          </a:xfrm>
          <a:prstGeom prst="roundRect">
            <a:avLst>
              <a:gd name="adj" fmla="val 2581"/>
            </a:avLst>
          </a:prstGeom>
          <a:solidFill>
            <a:srgbClr val="13212A"/>
          </a:solidFill>
          <a:ln w="6350">
            <a:solidFill>
              <a:srgbClr val="132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結語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" y="1773936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核心不是「做一個檔案上傳功能」，</a:t>
            </a:r>
            <a:endParaRPr lang="en-US" sz="23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而是把儲存、權限、分享、搜尋、還原與 AI 助理，</a:t>
            </a:r>
            <a:endParaRPr lang="en-US" sz="23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收斂成一套可自架、可驗證、可維護的系統。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4169664"/>
            <a:ext cx="3621024" cy="1371600"/>
          </a:xfrm>
          <a:prstGeom prst="roundRect">
            <a:avLst>
              <a:gd name="adj" fmla="val 533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38912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可自架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75488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一行指令啟動，資料留在自己的主機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0248" y="4169664"/>
            <a:ext cx="3621024" cy="1371600"/>
          </a:xfrm>
          <a:prstGeom prst="roundRect">
            <a:avLst>
              <a:gd name="adj" fmla="val 533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438912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可驗證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4568" y="475488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從單元測試到真實模型評測都有可重複的流程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37576" y="4169664"/>
            <a:ext cx="3621024" cy="1371600"/>
          </a:xfrm>
          <a:prstGeom prst="roundRect">
            <a:avLst>
              <a:gd name="adj" fmla="val 5333"/>
            </a:avLst>
          </a:prstGeom>
          <a:solidFill>
            <a:srgbClr val="EFF3F6"/>
          </a:solidFill>
          <a:ln w="6350">
            <a:solidFill>
              <a:srgbClr val="EF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1896" y="438912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可維護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11896" y="475488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決策以 ADR 記錄，文件與程式碼同步演進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58155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感謝聆聽　·　歡迎提問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CloudDrive 樣張 C · 模組卡片</dc:title>
  <dc:subject>PptxGenJS Presentation</dc:subject>
  <dc:creator>PptxGenJS</dc:creator>
  <cp:lastModifiedBy>PptxGenJS</cp:lastModifiedBy>
  <cp:revision>1</cp:revision>
  <dcterms:created xsi:type="dcterms:W3CDTF">2026-07-29T08:18:38Z</dcterms:created>
  <dcterms:modified xsi:type="dcterms:W3CDTF">2026-07-29T08:18:38Z</dcterms:modified>
</cp:coreProperties>
</file>