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210312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42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210312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C9A94E">
              <a:alpha val="88000"/>
            </a:srgbClr>
          </a:solidFill>
          <a:ln w="7620">
            <a:solidFill>
              <a:srgbClr val="C9A9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210312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28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210312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21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265176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6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265176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29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265176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C9A94E">
              <a:alpha val="88000"/>
            </a:srgbClr>
          </a:solidFill>
          <a:ln w="7620">
            <a:solidFill>
              <a:srgbClr val="C9A9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0" y="265176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7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320040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0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320040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C9A94E">
              <a:alpha val="88000"/>
            </a:srgbClr>
          </a:solidFill>
          <a:ln w="7620">
            <a:solidFill>
              <a:srgbClr val="C9A9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320040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8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320040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1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0" y="374904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24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374904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9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374904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2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374904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25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429768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40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429768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33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429768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26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4297680"/>
            <a:ext cx="420624" cy="420624"/>
          </a:xfrm>
          <a:prstGeom prst="roundRect">
            <a:avLst>
              <a:gd name="adj" fmla="val 41304"/>
            </a:avLst>
          </a:prstGeom>
          <a:solidFill>
            <a:srgbClr val="2F6F8F">
              <a:alpha val="41000"/>
            </a:srgbClr>
          </a:solidFill>
          <a:ln w="7620">
            <a:solidFill>
              <a:srgbClr val="2F6F8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NTUST · 碩士專題報告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250545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731520" y="351129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40233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120" kern="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83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　·　指導教授：＿＿＿　·　2026 年 7 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2600" dirty="0"/>
          </a:p>
        </p:txBody>
      </p:sp>
      <p:pic>
        <p:nvPicPr>
          <p:cNvPr id="4" name="Image 0" descr="/private/tmp/claude-501/-Users-linyueying-Library-CloudStorage-OneDrive-Personal-NTUST-Mester0-CloudDrive-doc/c35c6b45-8bc5-44cd-af2a-4f3d959ad328/scratchpad/variants/arch-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0784"/>
            <a:ext cx="10698480" cy="33978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394960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566928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/api，零 CORS、換主機免重建前端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406140" y="5394960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binary 分離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06140" y="566928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5394960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80760" y="566928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Protocol 介面，本機實作可換物件儲存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55380" y="5394960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55380" y="5669280"/>
            <a:ext cx="2308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外送需經隱私閘，且預設關閉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模型穩定性三部曲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把「請模型遵守」換成「使其不可違反」。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生成上限；結構化請求改用低而非零的溫度。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459028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以有界失敗取代長時間停滯，並讓重試真正有效。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297680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09067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38404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0" y="459028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863840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309067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3840" y="38404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think:false，可用環境變數關回；產碼路徑不連動。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63840" y="459028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共同哲學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58704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能用機制保證的事，就不要依賴模型自覺。三個決策都不是把 prompt 寫得更懇切，而是讓錯誤的輸出在取樣層就無法產生、或在有界時間內必然停止。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6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核心不是「做一個檔案上傳功能」，</a:t>
            </a:r>
            <a:endParaRPr lang="en-US" sz="29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而是把儲存、權限、分享、搜尋、還原與 AI 助理，</a:t>
            </a:r>
            <a:endParaRPr lang="en-US" sz="29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收斂成一套可自架、可驗證、可維護的系統。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一行指令啟動，資料留在自己的主機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44805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從單元測試到真實模型評測都有可重複的流程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44805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可維護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決策以 ADR 記錄，文件與程式碼同步演進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160" kern="0" dirty="0">
                <a:solidFill>
                  <a:srgbClr val="6B83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歡迎提問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樣張 A · 滿幅劇場</dc:title>
  <dc:subject>PptxGenJS Presentation</dc:subject>
  <dc:creator>PptxGenJS</dc:creator>
  <cp:lastModifiedBy>PptxGenJS</cp:lastModifiedBy>
  <cp:revision>1</cp:revision>
  <dcterms:created xsi:type="dcterms:W3CDTF">2026-07-29T08:18:38Z</dcterms:created>
  <dcterms:modified xsi:type="dcterms:W3CDTF">2026-07-29T08:18:38Z</dcterms:modified>
</cp:coreProperties>
</file>