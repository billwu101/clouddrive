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NTUST · 碩士專題報告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CloudDrive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雲端硬碟系統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42976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整合對話式 AI 助理與時光機還原的隱私導向私有雲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779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20" kern="0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本地模型優先 · 可自架 · 全流程可測試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66560" y="5779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報告人：＿＿＿　·　指導教授：＿＿＿　·　2026 年 7 月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EFF3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系統架構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3957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每個方塊是一個元件，每個箭頭是一個動作——刻意如此畫，避免元件與動作混寫。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F6F8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nginx 唯一入口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380390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6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同源反代 /api，零 CORS、換主機免重建前端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822960" y="41330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E8F72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metadata 與 binary 分離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43708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6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中繼資料進 PostgreSQL，檔案本體交 Storage Provider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822960" y="47000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儲存層可抽換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93776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6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Protocol 介面，本機實作可換物件儲存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822960" y="52669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7E6DA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推論預設本地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55046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6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外送需經隱私閘，且預設關閉</a:t>
            </a:r>
            <a:endParaRPr lang="en-US" sz="960" dirty="0"/>
          </a:p>
        </p:txBody>
      </p:sp>
      <p:pic>
        <p:nvPicPr>
          <p:cNvPr id="13" name="Image 0" descr="/private/tmp/claude-501/-Users-linyueying-Library-CloudStorage-OneDrive-Personal-NTUST-Mester0-CloudDrive-doc/c35c6b45-8bc5-44cd-af2a-4f3d959ad328/scratchpad/variants/arch-v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2357438"/>
            <a:ext cx="6858000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模型穩定性三部曲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把「請模型遵守」換成「使其不可違反」。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323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2F6F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031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2679192"/>
            <a:ext cx="323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生成上限 + 非零溫度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081528"/>
            <a:ext cx="3230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4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結構化請求把溫度釘 0，貪婪解碼在 thinking 段掉入決定性重複迴圈，吃滿 300 秒逾時。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822960" y="3739896"/>
            <a:ext cx="3230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4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一律帶 num_predict 生成上限；結構化請求改用低而非零的溫度。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4465320" y="2057400"/>
            <a:ext cx="323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C9A9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465320" y="2953512"/>
            <a:ext cx="323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技能名以 enum 枚舉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65320" y="3355848"/>
            <a:ext cx="3230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4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模型會捏造不存在的技能名，prompt 要求「只用清單內技能」沒有強制力。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4465320" y="4014216"/>
            <a:ext cx="3230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4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每次依當下 registry 動態組 schema，技能欄位以真實技能名做 enum。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8107680" y="2331720"/>
            <a:ext cx="323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5E8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033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8107680" y="3227832"/>
            <a:ext cx="323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規劃預設關閉 thinking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07680" y="3630168"/>
            <a:ext cx="3230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4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前兩道防線後，重複生成仍以約一至二成殘存，且只發生在 thinking 段。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8107680" y="4288536"/>
            <a:ext cx="3230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40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planner 呼叫預設 think:false，可用環境變數關回；產碼路徑不連動。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822960" y="5358384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i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「能用機制保證的事，就不要依賴模型自覺。三個決策都不是把 prompt 寫得更懇切，而是讓錯誤的輸出在取樣層就無法產生、或在有界時間內必然停止。」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536192"/>
            <a:ext cx="10424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34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核心不是「做一個檔案上傳功能」，</a:t>
            </a:r>
            <a:endParaRPr lang="en-US" sz="3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34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而是把儲存、權限、分享、搜尋、還原與 AI 助理，</a:t>
            </a:r>
            <a:endParaRPr lang="en-US" sz="3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3400" b="1" dirty="0">
                <a:solidFill>
                  <a:srgbClr val="13212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收斂成一套可自架、可驗證、可維護的系統。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4572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9A94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可自架　／　可驗證　／　可維護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51389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一行指令啟動，資料留在自己的主機　·　從單元測試到真實模型評測都有可重複的流程　·　決策以 ADR 記錄，文件與程式碼同步演進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spc="160" kern="0" dirty="0">
                <a:solidFill>
                  <a:srgbClr val="5B647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感謝聆聽　·　歡迎提問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CloudDrive 樣張 D · 編輯排版</dc:title>
  <dc:subject>PptxGenJS Presentation</dc:subject>
  <dc:creator>PptxGenJS</dc:creator>
  <cp:lastModifiedBy>PptxGenJS</cp:lastModifiedBy>
  <cp:revision>1</cp:revision>
  <dcterms:created xsi:type="dcterms:W3CDTF">2026-07-29T08:18:38Z</dcterms:created>
  <dcterms:modified xsi:type="dcterms:W3CDTF">2026-07-29T08:18:38Z</dcterms:modified>
</cp:coreProperties>
</file>