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年 7 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3017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　·　指導教授：＿＿＿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67328" y="2194560"/>
            <a:ext cx="7827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767328" y="31455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67328" y="3675888"/>
            <a:ext cx="7827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每個方塊是一個元件，每個箭頭是一個動作——刻意如此畫，避免元件與動作混寫。</a:t>
            </a:r>
            <a:endParaRPr lang="en-US" sz="1100" dirty="0"/>
          </a:p>
        </p:txBody>
      </p:sp>
      <p:pic>
        <p:nvPicPr>
          <p:cNvPr id="5" name="Image 0" descr="/private/tmp/claude-501/-Users-linyueying-Library-CloudStorage-OneDrive-Personal-NTUST-Mester0-CloudDrive-doc/c35c6b45-8bc5-44cd-af2a-4f3d959ad328/scratchpad/variants/arch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328" y="566928"/>
            <a:ext cx="7827264" cy="248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67328" y="3199187"/>
            <a:ext cx="7827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圖 1　系統架構：方塊為元件、箭頭為動作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67328" y="3656387"/>
            <a:ext cx="7827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 1　架構要點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67328" y="3985571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81928" y="3985571"/>
            <a:ext cx="5312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/api，零 CORS、換主機免重建前端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67328" y="4643939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81928" y="4643939"/>
            <a:ext cx="5312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767328" y="5302307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81928" y="5302307"/>
            <a:ext cx="5312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Protocol 介面，本機實作可換物件儲存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67328" y="5960675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81928" y="5960675"/>
            <a:ext cx="5312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外送需經隱私閘，且預設關閉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模型穩定性三部曲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把「請模型遵守」換成「使其不可違反」。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能用機制保證的事，就不要依賴模型自覺。三個決策都不是把 prompt 寫得更懇切，而是讓錯誤的輸出在取樣層就無法產生、或在有界時間內必然停止。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67328" y="603504"/>
            <a:ext cx="245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67328" y="914400"/>
            <a:ext cx="2456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67328" y="15910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67328" y="18288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767328" y="29626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67328" y="32004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767328" y="43342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67328" y="45720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以有界失敗取代長時間停滯，並讓重試真正有效。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452616" y="603504"/>
            <a:ext cx="245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2616" y="914400"/>
            <a:ext cx="2456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52616" y="15910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52616" y="18288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452616" y="29626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52616" y="32004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452616" y="43342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2616" y="45720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137904" y="603504"/>
            <a:ext cx="2456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37904" y="914400"/>
            <a:ext cx="2456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37904" y="15910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37904" y="18288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137904" y="29626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37904" y="32004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137904" y="4334256"/>
            <a:ext cx="2456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37904" y="4572000"/>
            <a:ext cx="2456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8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767328" y="1371600"/>
            <a:ext cx="7827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2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767328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24528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44768" y="340156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67328" y="4224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44768" y="4242816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從單元測試到真實模型評測都有可重複的流程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67328" y="50657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24528" y="5065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可維護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5084064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決策以 ADR 記錄，文件與程式碼同步演進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67328" y="5943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樣張 B · 雙欄學術</dc:title>
  <dc:subject>PptxGenJS Presentation</dc:subject>
  <dc:creator>PptxGenJS</dc:creator>
  <cp:lastModifiedBy>PptxGenJS</cp:lastModifiedBy>
  <cp:revision>1</cp:revision>
  <dcterms:created xsi:type="dcterms:W3CDTF">2026-07-29T08:18:38Z</dcterms:created>
  <dcterms:modified xsi:type="dcterms:W3CDTF">2026-07-29T08:18:38Z</dcterms:modified>
</cp:coreProperties>
</file>