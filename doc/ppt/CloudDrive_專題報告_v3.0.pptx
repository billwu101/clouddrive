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 · 安全邊界 · 實測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– 16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20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– 24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26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實測結果：現行基準與多輪記憶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387 / 420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現行基準通過率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gemma4:26b · runs=3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/ 120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EC2 最弱一層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寫入意圖仍是瓶頸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三次跑批有對有錯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74336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「嚴格回想」案例的必要性：間接案例只證明模型用到了歷史中的某個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基準取捨：2026-07-30 判分語意變更後舊通過率一律作廢，本頁採重建後的 387/420。另一份「400×3 逐 run 全過」的數據在未合併分支 eval/e9-objective-metrics，判分語意較寬，故不採用。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另含外部模型接入 1 / 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2026-08-02T03:04:49Z</dcterms:created>
  <dcterms:modified xsi:type="dcterms:W3CDTF">2026-08-02T03:04:49Z</dcterms:modified>
</cp:coreProperties>
</file>